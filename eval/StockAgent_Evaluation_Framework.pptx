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52560" y="91440"/>
            <a:ext cx="3136392" cy="6675120"/>
          </a:xfrm>
          <a:prstGeom prst="rect">
            <a:avLst/>
          </a:prstGeom>
          <a:solidFill>
            <a:srgbClr val="16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235440" y="1005840"/>
            <a:ext cx="502920" cy="4937760"/>
          </a:xfrm>
          <a:prstGeom prst="rect">
            <a:avLst/>
          </a:prstGeom>
          <a:solidFill>
            <a:srgbClr val="1A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921240" y="1005840"/>
            <a:ext cx="502920" cy="4937760"/>
          </a:xfrm>
          <a:prstGeom prst="rect">
            <a:avLst/>
          </a:prstGeom>
          <a:solidFill>
            <a:srgbClr val="1A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607040" y="1005840"/>
            <a:ext cx="502920" cy="4937760"/>
          </a:xfrm>
          <a:prstGeom prst="rect">
            <a:avLst/>
          </a:prstGeom>
          <a:solidFill>
            <a:srgbClr val="1A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292840" y="1005840"/>
            <a:ext cx="502920" cy="4937760"/>
          </a:xfrm>
          <a:prstGeom prst="rect">
            <a:avLst/>
          </a:prstGeom>
          <a:solidFill>
            <a:srgbClr val="1A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8229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D7D31"/>
                </a:solidFill>
              </a:rPr>
              <a:t>StockAgent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</a:rPr>
              <a:t>Evaluation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30352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438144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FD7ED"/>
                </a:solidFill>
              </a:rPr>
              <a:t>Measure whether your model is getting better or worse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4164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090B0"/>
                </a:solidFill>
              </a:rPr>
              <a:t>Theory  &amp;  Practice  Guide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188720"/>
            <a:ext cx="2651760" cy="868680"/>
          </a:xfrm>
          <a:prstGeom prst="rect">
            <a:avLst/>
          </a:prstGeom>
          <a:solidFill>
            <a:srgbClr val="1A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60" y="129844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FD7ED"/>
                </a:solidFill>
              </a:rPr>
              <a:t>Sector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2286000"/>
            <a:ext cx="2651760" cy="868680"/>
          </a:xfrm>
          <a:prstGeom prst="rect">
            <a:avLst/>
          </a:prstGeom>
          <a:solidFill>
            <a:srgbClr val="1A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60" y="239572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FD7ED"/>
                </a:solidFill>
              </a:rPr>
              <a:t>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3383280"/>
            <a:ext cx="2651760" cy="868680"/>
          </a:xfrm>
          <a:prstGeom prst="rect">
            <a:avLst/>
          </a:prstGeom>
          <a:solidFill>
            <a:srgbClr val="1A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349300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FD7ED"/>
                </a:solidFill>
              </a:rPr>
              <a:t>Verdict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4480560"/>
            <a:ext cx="2651760" cy="868680"/>
          </a:xfrm>
          <a:prstGeom prst="rect">
            <a:avLst/>
          </a:prstGeom>
          <a:solidFill>
            <a:srgbClr val="1A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459028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FD7ED"/>
                </a:solidFill>
              </a:rPr>
              <a:t>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09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80A8"/>
                </a:solidFill>
              </a:rPr>
              <a:t>4 sectors   |   up to 9 agents each   |   5 sub-scores per agent   |   0-1 score range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Does This Framework Measure?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7ED"/>
                </a:solidFill>
              </a:rPr>
              <a:t>One command gives you 4 specific answers -- automatically, every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577840" cy="42062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243584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 Sector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9344"/>
            <a:ext cx="5577840" cy="2139696"/>
          </a:xfrm>
          <a:prstGeom prst="rect">
            <a:avLst/>
          </a:prstGeom>
          <a:solidFill>
            <a:srgbClr val="DEEAF1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1700784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Overall hit rate per sector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20824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automobile / banking_bfsi / it_sector / renewable_energy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340864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Metrics: direction hit rate, avg price error %, grade A-F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5577840" cy="420624"/>
          </a:xfrm>
          <a:prstGeom prst="rect">
            <a:avLst/>
          </a:prstGeom>
          <a:solidFill>
            <a:srgbClr val="378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243584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 Agent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9344"/>
            <a:ext cx="5577840" cy="2139696"/>
          </a:xfrm>
          <a:prstGeom prst="rect">
            <a:avLst/>
          </a:prstGeom>
          <a:solidFill>
            <a:srgbClr val="E2EFDA"/>
          </a:solidFill>
          <a:ln w="9525">
            <a:solidFill>
              <a:srgbClr val="378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700784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Hit rate for every specialist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020824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Up to 9 agents per sector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340864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Metrics: hit rate, weight drift, miss type, regime breakdown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77639"/>
            <a:ext cx="5577840" cy="4206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4032503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 Verdict Accuracy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98263"/>
            <a:ext cx="5577840" cy="2139696"/>
          </a:xfrm>
          <a:prstGeom prst="rect">
            <a:avLst/>
          </a:prstGeom>
          <a:solidFill>
            <a:srgbClr val="FCE4D6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4489703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Precision per verdict 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809743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STRONG BUY / BUY / NEUTRAL / SELL / STRONG 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5129783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Metric: correct calls / total calls per verdict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977639"/>
            <a:ext cx="5577840" cy="420624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3368" y="4032503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  Score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398263"/>
            <a:ext cx="5577840" cy="2139696"/>
          </a:xfrm>
          <a:prstGeom prst="rect">
            <a:avLst/>
          </a:prstGeom>
          <a:solidFill>
            <a:srgbClr val="F2F2F2"/>
          </a:solidFill>
          <a:ln w="952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4489703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Reliability of each 0-1 sub-dimension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809743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e.g. fada_siam_dispatch, margin_vs_peers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5129783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Metrics: Pearson correlation with direction, calibration 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Theory: 4-Level Evaluation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7ED"/>
                </a:solidFill>
              </a:rPr>
              <a:t>Every metric rolls up: sub-score -&gt; agent -&gt; sector -&gt; overall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56032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OVERALL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10512"/>
            <a:ext cx="25603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Overall direction hit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22576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Avg price error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24912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Best / worst sector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127248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Best / worst agent globally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00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261872"/>
            <a:ext cx="256032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1298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810512"/>
            <a:ext cx="25603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920240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Direction hit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322576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Conflict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724912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Verdict precision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127248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Grade  A / B / C / D / 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200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1261872"/>
            <a:ext cx="2560320" cy="548640"/>
          </a:xfrm>
          <a:prstGeom prst="rect">
            <a:avLst/>
          </a:prstGeom>
          <a:solidFill>
            <a:srgbClr val="1F7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298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1810512"/>
            <a:ext cx="25603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1F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1920240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Hit rate per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322576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Weight: base vs learned (RL)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724912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Miss type breakdown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127248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Regime accuracy (NORMAL vs CRISIS)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200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</a:rPr>
              <a:t>-&gt;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1261872"/>
            <a:ext cx="2560320" cy="548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09760" y="1298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SUB-SCORE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1810512"/>
            <a:ext cx="25603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0" y="1920240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Avg &amp; std across all calls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322576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Pearson r vs direction 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724912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Calibration buckets (5 ranges)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127248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Grade  A / B / C / D / 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760720"/>
            <a:ext cx="11612880" cy="868680"/>
          </a:xfrm>
          <a:prstGeom prst="rect">
            <a:avLst/>
          </a:prstGeom>
          <a:solidFill>
            <a:srgbClr val="DEEAF1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583387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3864"/>
                </a:solidFill>
              </a:rPr>
              <a:t>Each level gets a Grade (A-F) based on direction hit rate.  Baseline = 50% (random).  A=&gt;=65%  B=58-65%  C=52-58%  D=46-52%  F=&lt;46%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Theory: Direction Accuracy -- The Primary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7ED"/>
                </a:solidFill>
              </a:rPr>
              <a:t>Did the verdict match what the stock actually did over the next 30 days?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5486400" cy="5440680"/>
          </a:xfrm>
          <a:prstGeom prst="rect">
            <a:avLst/>
          </a:prstGeom>
          <a:solidFill>
            <a:srgbClr val="DEEAF1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How a Verdict is Judged Correct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5212080" cy="493776"/>
          </a:xfrm>
          <a:prstGeom prst="rect">
            <a:avLst/>
          </a:prstGeom>
          <a:solidFill>
            <a:srgbClr val="E2EFDA"/>
          </a:solidFill>
          <a:ln w="9525">
            <a:solidFill>
              <a:srgbClr val="378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8650"/>
                </a:solidFill>
              </a:rPr>
              <a:t>BUY / STRONG BUY    +   actual UP      =   CORRECT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59152"/>
            <a:ext cx="5212080" cy="493776"/>
          </a:xfrm>
          <a:prstGeom prst="rect">
            <a:avLst/>
          </a:prstGeom>
          <a:solidFill>
            <a:srgbClr val="E2EFDA"/>
          </a:solidFill>
          <a:ln w="9525">
            <a:solidFill>
              <a:srgbClr val="378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8650"/>
                </a:solidFill>
              </a:rPr>
              <a:t>SELL / STRONG SELL  +   actual DOWN    =   CORRECT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35224"/>
            <a:ext cx="5212080" cy="493776"/>
          </a:xfrm>
          <a:prstGeom prst="rect">
            <a:avLst/>
          </a:prstGeom>
          <a:solidFill>
            <a:srgbClr val="E2EFDA"/>
          </a:solidFill>
          <a:ln w="9525">
            <a:solidFill>
              <a:srgbClr val="378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0266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8650"/>
                </a:solidFill>
              </a:rPr>
              <a:t>NEUTRAL             +   actual FLAT    =   CORRECT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11296"/>
            <a:ext cx="5212080" cy="493776"/>
          </a:xfrm>
          <a:prstGeom prst="rect">
            <a:avLst/>
          </a:prstGeom>
          <a:solidFill>
            <a:srgbClr val="FFEAEA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6027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0000"/>
                </a:solidFill>
              </a:rPr>
              <a:t>BUY / STRONG BUY    +   actual DOWN    =   WRONG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87368"/>
            <a:ext cx="5212080" cy="493776"/>
          </a:xfrm>
          <a:prstGeom prst="rect">
            <a:avLst/>
          </a:prstGeom>
          <a:solidFill>
            <a:srgbClr val="FFEAEA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1788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0000"/>
                </a:solidFill>
              </a:rPr>
              <a:t>SELL / STRONG SELL  +   actual UP      =   WRONG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023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</a:rPr>
              <a:t>FLAT = price move within +/- 0.5 x Average True Range threshold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170432"/>
            <a:ext cx="5577840" cy="5440680"/>
          </a:xfrm>
          <a:prstGeom prst="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2801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Grade Scale  (Direction Hit Rate vs 50% random)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783080"/>
            <a:ext cx="5303520" cy="621792"/>
          </a:xfrm>
          <a:prstGeom prst="rect">
            <a:avLst/>
          </a:prstGeom>
          <a:solidFill>
            <a:srgbClr val="E2EFDA"/>
          </a:solidFill>
          <a:ln w="9525">
            <a:solidFill>
              <a:srgbClr val="378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856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78650"/>
                </a:solidFill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9110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8650"/>
                </a:solidFill>
              </a:rPr>
              <a:t>&gt;= 65%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9476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Excellent -- strong systematic edge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478024"/>
            <a:ext cx="5303520" cy="621792"/>
          </a:xfrm>
          <a:prstGeom prst="rect">
            <a:avLst/>
          </a:prstGeom>
          <a:solidFill>
            <a:srgbClr val="DEEAF1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5511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75B6"/>
                </a:solidFill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58-65%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6426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Good -- reliable edge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172968"/>
            <a:ext cx="5303520" cy="621792"/>
          </a:xfrm>
          <a:prstGeom prst="rect">
            <a:avLst/>
          </a:prstGeom>
          <a:solidFill>
            <a:srgbClr val="FFFDD0"/>
          </a:solidFill>
          <a:ln w="9525">
            <a:solidFill>
              <a:srgbClr val="B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BF9100"/>
                </a:solidFill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30098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9100"/>
                </a:solidFill>
              </a:rPr>
              <a:t>52-58%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33756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Adequate -- marginal edge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867912"/>
            <a:ext cx="5303520" cy="621792"/>
          </a:xfrm>
          <a:prstGeom prst="rect">
            <a:avLst/>
          </a:prstGeom>
          <a:solidFill>
            <a:srgbClr val="FCE4D6"/>
          </a:solidFill>
          <a:ln w="9525">
            <a:solidFill>
              <a:srgbClr val="C0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39410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06000"/>
                </a:solidFill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9959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6000"/>
                </a:solidFill>
              </a:rPr>
              <a:t>46-52%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03250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Poor -- barely better than random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562856"/>
            <a:ext cx="5303520" cy="621792"/>
          </a:xfrm>
          <a:prstGeom prst="rect">
            <a:avLst/>
          </a:prstGeom>
          <a:solidFill>
            <a:srgbClr val="FFEAEA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4636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6908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</a:rPr>
              <a:t>&lt; 46%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72744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Failing -- worse than random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</a:rPr>
              <a:t>Baseline: a random 50/50 guess = 50%.  Any consistent result above 55% shows real model signal.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Theory: Key Metrics at Every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7ED"/>
                </a:solidFill>
              </a:rPr>
              <a:t>What each number means, what is healthy, and when to be concerned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975104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18470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170432"/>
            <a:ext cx="4352544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23160" y="1261872"/>
            <a:ext cx="4224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It Measures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170432"/>
            <a:ext cx="2249424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261872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Good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170432"/>
            <a:ext cx="2798064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1261872"/>
            <a:ext cx="2670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Red Flag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27632"/>
            <a:ext cx="197510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1709928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direction_hit_rate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1627632"/>
            <a:ext cx="4352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23160" y="1709928"/>
            <a:ext cx="4224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Fraction of verdicts where direction was correct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1627632"/>
            <a:ext cx="224942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1709928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50"/>
                </a:solidFill>
              </a:rPr>
              <a:t>&gt; 60%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627632"/>
            <a:ext cx="279806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17099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</a:rPr>
              <a:t>&lt; 52%  (coin-flip territory)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084832"/>
            <a:ext cx="1975104" cy="43891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2167128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avg_price_error_pct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2084832"/>
            <a:ext cx="4352544" cy="43891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23160" y="2167128"/>
            <a:ext cx="4224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Mean |actual - predicted| / predicted * 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084832"/>
            <a:ext cx="2249424" cy="43891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2167128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50"/>
                </a:solidFill>
              </a:rPr>
              <a:t>&lt; 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2084832"/>
            <a:ext cx="2798064" cy="43891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9720" y="21671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</a:rPr>
              <a:t>&gt; 4%  (systematic mispricing)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542032"/>
            <a:ext cx="197510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2624328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weight_drift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2542032"/>
            <a:ext cx="4352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23160" y="2624328"/>
            <a:ext cx="4224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Distance RL has moved agent weight from its base value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542032"/>
            <a:ext cx="224942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0" y="2624328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50"/>
                </a:solidFill>
              </a:rPr>
              <a:t>+/- 0.02 to 0.06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2542032"/>
            <a:ext cx="279806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89720" y="26243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</a:rPr>
              <a:t>&gt; 0.10  (RL over-corrected)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999232"/>
            <a:ext cx="1975104" cy="43891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3081528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score_std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31720" y="2999232"/>
            <a:ext cx="4352544" cy="43891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3081528"/>
            <a:ext cx="4224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Standard deviation of agent scores across all calls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2999232"/>
            <a:ext cx="2249424" cy="43891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3081528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50"/>
                </a:solidFill>
              </a:rPr>
              <a:t>&gt; 0.10  (good spread)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2999232"/>
            <a:ext cx="2798064" cy="43891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89720" y="30815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</a:rPr>
              <a:t>&lt; 0.08  (LLM bunching scores)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456432"/>
            <a:ext cx="197510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3538728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conflict_rate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31720" y="3456432"/>
            <a:ext cx="4352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23160" y="3538728"/>
            <a:ext cx="4224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% of runs with 2+ agents disagreeing by &gt; 0.30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3456432"/>
            <a:ext cx="224942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58000" y="3538728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50"/>
                </a:solidFill>
              </a:rPr>
              <a:t>10-30%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98280" y="3456432"/>
            <a:ext cx="279806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89720" y="35387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</a:rPr>
              <a:t>&gt; 50%  (agents never agree)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913632"/>
            <a:ext cx="1975104" cy="43891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5760" y="3995928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sub-score correlation 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31720" y="3913632"/>
            <a:ext cx="4352544" cy="43891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423160" y="3995928"/>
            <a:ext cx="4224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Pearson r between sub-score value and direction correct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66560" y="3913632"/>
            <a:ext cx="2249424" cy="43891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58000" y="3995928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50"/>
                </a:solidFill>
              </a:rPr>
              <a:t>&gt; 0.25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98280" y="3913632"/>
            <a:ext cx="2798064" cy="43891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189720" y="39959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</a:rPr>
              <a:t>&lt; 0.0  (counter-predictive)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370832"/>
            <a:ext cx="197510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" y="4453128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calibration_error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31720" y="4370832"/>
            <a:ext cx="4352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423160" y="4453128"/>
            <a:ext cx="4224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| actual hit rate in bucket - ideal hit rate |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66560" y="4370832"/>
            <a:ext cx="224942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58000" y="4453128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50"/>
                </a:solidFill>
              </a:rPr>
              <a:t>&lt; 0.10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98280" y="4370832"/>
            <a:ext cx="279806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189720" y="44531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</a:rPr>
              <a:t>&gt; 0.20  (score 0.8 but 50% accurate)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Theory: Score Calibration &amp; Sub-Score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7ED"/>
                </a:solidFill>
              </a:rPr>
              <a:t>Two tests that tell you whether the 0-1 scores are actually meaningful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5532120" cy="5486400"/>
          </a:xfrm>
          <a:prstGeom prst="rect">
            <a:avLst/>
          </a:prstGeom>
          <a:solidFill>
            <a:srgbClr val="DEEAF1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</a:rPr>
              <a:t>Score Calibration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A well-calibrated model: when the score is 0.8, it should be correct ~80% of the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Score Range        Ideal Hit Rate    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5212080" cy="438912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8254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0.80-1.00       ~90%        High confidence calls -- mostly right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00400"/>
            <a:ext cx="5212080" cy="438912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826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0.60-0.80       ~70%        Above-average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57600"/>
            <a:ext cx="5212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7398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0.40-0.60       ~50%        Uncertain zone -- roughly 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114800"/>
            <a:ext cx="5212080" cy="438912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1970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0.20-0.40       ~30%        Below-average 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572000"/>
            <a:ext cx="5212080" cy="438912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6542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0.00-0.20       ~10%        Low score = model expects to be wrong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3036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Calibration Error = |actual hit rate - ideal|.  Target &lt; 0.10 per bucket.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170432"/>
            <a:ext cx="5532120" cy="5486400"/>
          </a:xfrm>
          <a:prstGeom prst="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29844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</a:rPr>
              <a:t>Sub-Score Correlation (Pearson 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73736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Does a higher sub-score (e.g. fada_siam_dispatch = 0.9) actually predict the stock going UP?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34086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r Value            Grade    Interpretation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743200"/>
            <a:ext cx="5257800" cy="47548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28163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8650"/>
                </a:solidFill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852928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r &gt;= 0.40         Strong -- reliable predictive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236976"/>
            <a:ext cx="5257800" cy="475488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310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3346704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r = 0.25-0.40     Good -- moderate predictive value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730752"/>
            <a:ext cx="5257800" cy="475488"/>
          </a:xfrm>
          <a:prstGeom prst="rect">
            <a:avLst/>
          </a:prstGeom>
          <a:solidFill>
            <a:srgbClr val="FFF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38039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F9100"/>
                </a:solidFill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3840480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r = 0.10-0.25     Weak -- minor edge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224528"/>
            <a:ext cx="5257800" cy="47548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2976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6000"/>
                </a:solidFill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4334256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r = 0.00-0.10     Very weak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4718304"/>
            <a:ext cx="5257800" cy="475488"/>
          </a:xfrm>
          <a:prstGeom prst="rect">
            <a:avLst/>
          </a:prstGeom>
          <a:solidFill>
            <a:srgbClr val="FF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47914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482803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r &lt; 0.0           Negative -- sub-score is counter-predictive!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Practical: How Data Flows Through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7ED"/>
                </a:solidFill>
              </a:rPr>
              <a:t>The evaluator reads files the pipeline writes automatically -- no re-running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54203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35024"/>
            <a:ext cx="2377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Pipeline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84248"/>
            <a:ext cx="254203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210312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python main.py MARUTI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46888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Full LangGraph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83464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9 agents + Aggregator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Writes prediction envelope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256032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2424" y="1298448"/>
            <a:ext cx="2542032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83864" y="1335024"/>
            <a:ext cx="2377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generate_forecast.py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2424" y="1984248"/>
            <a:ext cx="254203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2152" y="210312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Creates 30-day price 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246888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Stores agent sub-scores per 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283464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-&gt; prediction_envelope.json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56032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4808" y="1298448"/>
            <a:ext cx="2542032" cy="685800"/>
          </a:xfrm>
          <a:prstGeom prst="rect">
            <a:avLst/>
          </a:prstGeom>
          <a:solidFill>
            <a:srgbClr val="1F7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6248" y="1335024"/>
            <a:ext cx="2377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daily_review.py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4808" y="1984248"/>
            <a:ext cx="254203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1F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74536" y="210312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Fetches actual close 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246888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FeedbackAgent classifies miss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4536" y="283464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-&gt; feedback_log.json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4536" y="320040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-&gt; weight_memory.json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4" y="256032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</a:rPr>
              <a:t>-&gt;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7192" y="1298448"/>
            <a:ext cx="2542032" cy="685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28632" y="1335024"/>
            <a:ext cx="2377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evaluate.py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7192" y="1984248"/>
            <a:ext cx="254203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46920" y="210312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Scans data/predictions/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246888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Computes all 4 metric levels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283464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  Saves JSON + prints 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46320"/>
            <a:ext cx="11612880" cy="1810512"/>
          </a:xfrm>
          <a:prstGeom prst="rect">
            <a:avLst/>
          </a:prstGeom>
          <a:solidFill>
            <a:srgbClr val="DEEAF1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956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Files the evaluator reads: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58384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82828"/>
                </a:solidFill>
              </a:rPr>
              <a:t>data/predictions/{sector}/{TICKER}/*_daily_feedback_log.json      &lt;- direction accuracy, miss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66928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82828"/>
                </a:solidFill>
              </a:rPr>
              <a:t>data/predictions/{sector}/{TICKER}/*_prediction_envelope.json     &lt;- sub-score calibration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8017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82828"/>
                </a:solidFill>
              </a:rPr>
              <a:t>data/predictions/{sector}/{TICKER}/*_agent_weight_memory.json     &lt;- per-agent hit rates, weight drift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Practical: Running the Evaluator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7ED"/>
                </a:solidFill>
              </a:rPr>
              <a:t>4-step workflow to measure whether a change improved the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594360" cy="7132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35331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3167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</a:rPr>
              <a:t>Save BEFORE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1664208"/>
            <a:ext cx="1088136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9CDCFE"/>
                </a:solidFill>
              </a:rPr>
              <a:t>python eval/evaluate.py  --output  eval/reports/before.json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96312"/>
            <a:ext cx="594360" cy="7132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258775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5511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04040"/>
                </a:solidFill>
              </a:rPr>
              <a:t>Make your code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" y="2898648"/>
            <a:ext cx="1088136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93522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9CDCFE"/>
                </a:solidFill>
              </a:rPr>
              <a:t>Edit a prompt  /  agent weight  /  scoring formula  /  sub-score logic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30752"/>
            <a:ext cx="59436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82219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7856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</a:rPr>
              <a:t>Save AFTER snapshot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" y="4133088"/>
            <a:ext cx="1088136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16966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9CDCFE"/>
                </a:solidFill>
              </a:rPr>
              <a:t>python eval/evaluate.py  --output  eval/reports/after.json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965192"/>
            <a:ext cx="594360" cy="713232"/>
          </a:xfrm>
          <a:prstGeom prst="rect">
            <a:avLst/>
          </a:prstGeom>
          <a:solidFill>
            <a:srgbClr val="378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505663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50200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8650"/>
                </a:solidFill>
              </a:rPr>
              <a:t>Compare the two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" y="5367528"/>
            <a:ext cx="1088136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40410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9CDCFE"/>
                </a:solidFill>
              </a:rPr>
              <a:t>python eval/evaluate.py  --compare  eval/reports/before.json  eval/reports/after.json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144768"/>
            <a:ext cx="1161288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2179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Other flags:    --sector automobile    |    --no-sub-scores    |    --json-only    |    --days 60 (gen_test_data.py)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Practical: Understanding 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7ED"/>
                </a:solidFill>
              </a:rPr>
              <a:t>Console table for humans -- JSON file for scripting and comparisons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7223760" cy="5486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280160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=== BY SECTOR ===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572768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DCFE"/>
                </a:solidFill>
              </a:rPr>
              <a:t>Sector           HitRate  AvgErr%  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65376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EC9B0"/>
                </a:solidFill>
              </a:rPr>
              <a:t>automobile        64.2%    1.71     [B]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57984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EC9B0"/>
                </a:solidFill>
              </a:rPr>
              <a:t>banking_bfsi      60.1%    2.10     [C]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50592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2743200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=== SECTOR: AUTOMOBILE ===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035808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DCFE"/>
                </a:solidFill>
              </a:rPr>
              <a:t>  Verdict Accuracy: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328416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EC9B0"/>
                </a:solidFill>
              </a:rPr>
              <a:t>  BUY     calls=42  correct=27  precision=64.3%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621024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EC9B0"/>
                </a:solidFill>
              </a:rPr>
              <a:t>  SELL    calls=18  correct=11  precision=61.1%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913632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4206240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DCFE"/>
                </a:solidFill>
              </a:rPr>
              <a:t>  +- FUNDAMENTALS     grade [B]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498848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EC9B0"/>
                </a:solidFill>
              </a:rPr>
              <a:t>  |  Direction: [##########......] 64.3%  (45/70)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791456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9178"/>
                </a:solidFill>
              </a:rPr>
              <a:t>  |  Weight:  base=0.18  current=0.20  drift=+0.02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5084064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DCFE"/>
                </a:solidFill>
              </a:rPr>
              <a:t>  |  Sub-scores: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5376672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EC9B0"/>
                </a:solidFill>
              </a:rPr>
              <a:t>     revenue_ebitda_delta  avg=0.63  corr=+0.31  [B]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5669280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EC9B0"/>
                </a:solidFill>
              </a:rPr>
              <a:t>     margin_vs_peers       avg=0.58  corr=+0.12  [C]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961888"/>
            <a:ext cx="6995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</a:rPr>
              <a:t>     promoter_fii_dii_flow avg=0.55  corr=-0.04  [F]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1170432"/>
            <a:ext cx="4114800" cy="5486400"/>
          </a:xfrm>
          <a:prstGeom prst="rect">
            <a:avLst/>
          </a:prstGeom>
          <a:solidFill>
            <a:srgbClr val="DEEAF1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36992" y="1280160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JSON Report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1737360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</a:rPr>
              <a:t>eval_date,  warnings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1984248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</a:rPr>
              <a:t>overall: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2231136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75B6"/>
                </a:solidFill>
              </a:rPr>
              <a:t>  overall_direction_hit_rate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2478024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75B6"/>
                </a:solidFill>
              </a:rPr>
              <a:t>  best_sector,  worst_sector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2724912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75B6"/>
                </a:solidFill>
              </a:rPr>
              <a:t>  best_agent_global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2971800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75B6"/>
                </a:solidFill>
              </a:rPr>
              <a:t>  most_reliable_sub_score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7" y="3218688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</a:rPr>
              <a:t>sectors: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3465576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75B6"/>
                </a:solidFill>
              </a:rPr>
              <a:t>  automobile: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3712464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  direction_hit_rate,  grade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3959352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  verdict_accuracy { BUY, SELL...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4206240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  agents: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4453128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</a:rPr>
              <a:t>      fundamentals: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4700016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</a:rPr>
              <a:t>        hit_rate, weight_drift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4946904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</a:rPr>
              <a:t>        regime_hit_rates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2127" y="5193792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</a:rPr>
              <a:t>        sub_scores: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7" y="5440680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</a:rPr>
              <a:t>          revenue_ebitda_delta: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7" y="5687568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</a:rPr>
              <a:t>            avg, std, corr, buckets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5934456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  tickers { MARUTI, ...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Practical: What the Compare Output Tells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7ED"/>
                </a:solidFill>
              </a:rPr>
              <a:t>Run --compare before.json after.json to see exactly what changed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3794760" cy="475488"/>
          </a:xfrm>
          <a:prstGeom prst="rect">
            <a:avLst/>
          </a:prstGeom>
          <a:solidFill>
            <a:srgbClr val="378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2161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3794760" cy="4370832"/>
          </a:xfrm>
          <a:prstGeom prst="rect">
            <a:avLst/>
          </a:prstGeom>
          <a:solidFill>
            <a:srgbClr val="E2EFDA"/>
          </a:solidFill>
          <a:ln w="9525">
            <a:solidFill>
              <a:srgbClr val="378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" y="1792224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direction_hit_rate goes UP  (even +1-2% matters)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26771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avg_price_error_pct goes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274320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No sector drops more than 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321868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Grade stays same or improves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3694176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score_std stays above 0.08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170432"/>
            <a:ext cx="3794760" cy="4754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9976" y="12161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645920"/>
            <a:ext cx="3794760" cy="4370832"/>
          </a:xfrm>
          <a:prstGeom prst="rect">
            <a:avLst/>
          </a:prstGeom>
          <a:solidFill>
            <a:srgbClr val="FFEAEA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98264" y="1792224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Any sector drops more than 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26771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A previously A/B agent drops to C or below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274320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score_std &lt; 0.08 on multiple agents (bunching)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321868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Sub-score correlation turns negative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3694176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Calibration error jumps above 0.20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6176" y="1170432"/>
            <a:ext cx="3794760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75904" y="12161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NEUTRAL / MIXED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66176" y="1645920"/>
            <a:ext cx="3794760" cy="4370832"/>
          </a:xfrm>
          <a:prstGeom prst="rect">
            <a:avLst/>
          </a:prstGeom>
          <a:solidFill>
            <a:srgbClr val="FCE4D6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2" y="1792224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One sector up, another sector 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26771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Hit rate unchanged but price error improved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74320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Consider running more data cycles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21868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Check if test data sample is large enough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694176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  Look at agent-level breakdown for signals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126480"/>
            <a:ext cx="11612880" cy="603504"/>
          </a:xfrm>
          <a:prstGeom prst="rect">
            <a:avLst/>
          </a:prstGeom>
          <a:solidFill>
            <a:srgbClr val="FFFDD0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6217920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82828"/>
                </a:solidFill>
              </a:rPr>
              <a:t>Key rule:  improvements in one sector must not come at the cost of a &gt; 2% drop in another.  Always check ALL 4 sectors.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7ED"/>
                </a:solidFill>
              </a:rPr>
              <a:t>Everything you need on one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76072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556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Full evaluation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737360"/>
            <a:ext cx="333756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1764792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DCFE"/>
                </a:solidFill>
              </a:rPr>
              <a:t>python eval/evaluate.py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Single sector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8608" y="2157984"/>
            <a:ext cx="333756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218541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DCFE"/>
                </a:solidFill>
              </a:rPr>
              <a:t>python eval/evaluate.py --sector automobile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968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Save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2578608"/>
            <a:ext cx="333756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51760" y="2606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DCFE"/>
                </a:solidFill>
              </a:rPr>
              <a:t>python eval/evaluate.py --output before.json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Compare snapshots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78608" y="2999232"/>
            <a:ext cx="333756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51760" y="3026664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DCFE"/>
                </a:solidFill>
              </a:rPr>
              <a:t>python eval/evaluate.py --compare before.json after.json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381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No sub-score detail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3419856"/>
            <a:ext cx="333756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51760" y="3447288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DCFE"/>
                </a:solidFill>
              </a:rPr>
              <a:t>python eval/evaluate.py --no-sub-scores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587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JSON output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78608" y="3840480"/>
            <a:ext cx="333756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51760" y="3867912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DCFE"/>
                </a:solidFill>
              </a:rPr>
              <a:t>python eval/evaluate.py --json-only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79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Generate test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4261104"/>
            <a:ext cx="333756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51760" y="428853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DCFE"/>
                </a:solidFill>
              </a:rPr>
              <a:t>python eval/gen_test_data.py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000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Reproducible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78608" y="4681728"/>
            <a:ext cx="333756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51760" y="470916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DCFE"/>
                </a:solidFill>
              </a:rPr>
              <a:t>python eval/gen_test_data.py --seed 42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1188720"/>
            <a:ext cx="553212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129844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Thresholds at a Glance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755648"/>
            <a:ext cx="53766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1801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direction_hit_rate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18013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&gt; 60% good    |    &lt; 52% = failing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21408"/>
            <a:ext cx="5376672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167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avg_price_error_pct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21671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&lt; 2% good     |    &gt; 4% = investigate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487168"/>
            <a:ext cx="53766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2532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weight_drift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5328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+/-0.02-0.06  |    &gt; 0.10 = over-corrected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852928"/>
            <a:ext cx="5376672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2898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score_std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2898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&gt; 0.10 good   |    &lt; 0.08 = bunching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218688"/>
            <a:ext cx="53766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92240" y="3264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conflict_rate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32644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10-30% normal |    &gt; 50% = always disagreeing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584448"/>
            <a:ext cx="5376672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3630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sub-score corr 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6301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&gt; 0.25 useful |    &lt; 0.0 = counter-predictive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3950208"/>
            <a:ext cx="53766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995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calibration_error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39959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&lt; 0.10 good   |    &gt; 0.20 = unreliable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315968"/>
            <a:ext cx="5376672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92240" y="4361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Grade  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4361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&gt;= 65% hit rate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681728"/>
            <a:ext cx="53766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92240" y="4727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Grade  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95360" y="47274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58-65%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5047488"/>
            <a:ext cx="5376672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92240" y="50932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Grade  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60" y="50932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52-58%   (marginal edge)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5413248"/>
            <a:ext cx="53766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92240" y="5458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Grade  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60" y="54589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46-52%   (poor)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5779008"/>
            <a:ext cx="5376672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92240" y="5824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Grade  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5360" y="58247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&lt; 46%  (failing -- worse than random)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1862</Words>
  <Application>Microsoft Office PowerPoint</Application>
  <PresentationFormat>Custom</PresentationFormat>
  <Paragraphs>280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 Kanth Javvadi</cp:lastModifiedBy>
  <cp:revision>1</cp:revision>
  <dcterms:created xsi:type="dcterms:W3CDTF">2013-01-27T09:14:16Z</dcterms:created>
  <dcterms:modified xsi:type="dcterms:W3CDTF">2026-05-15T20:07:03Z</dcterms:modified>
  <cp:category/>
</cp:coreProperties>
</file>